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109728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4114800"/>
            <a:ext cx="2743200" cy="1371600"/>
          </a:xfrm>
          <a:prstGeom prst="rect">
            <a:avLst/>
          </a:prstGeom>
          <a:solidFill>
            <a:srgbClr val="4A6FA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업무사례 자동화 시스템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+ AI 기반 업무사례 콘텐츠 자동화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CEO staff(전략기획) 정성언 주임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방식의 문제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KIPRIS 검색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수백 건의 공고를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직접 확인 — 시간 소모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3464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업무사례 작성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7180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변리사가 직접 글 작성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 인력의 시간 낭비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3776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3212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불규칙한 콘텐츠 발행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7492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바쁠 때 업무사례 업데이트 중단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홈페이지 신뢰도 하락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04088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3524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783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누락 위험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17804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등록·공개 건을 놓치면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업무사례로 활용 불가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73152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0"/>
            <a:ext cx="2286000" cy="914400"/>
          </a:xfrm>
          <a:prstGeom prst="rect">
            <a:avLst/>
          </a:prstGeom>
          <a:solidFill>
            <a:srgbClr val="4A6FA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2809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수작업은 단순한 비효율이 아니라,</a:t>
            </a:r>
            <a:endParaRPr lang="en-US" sz="2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성장을 가로막는 구조적 한계였다.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0" y="32004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2809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8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후 변화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수집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수요일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공고를 빠짐없이 수집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3464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콘텐츠 생성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7180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선택한 건만 금요일에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블로그 글 자동 생성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3776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3212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꾸준한 발행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7492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일정한 주기로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업무사례 축적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040880" y="137160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35240" y="1645920"/>
            <a:ext cx="640080" cy="64008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783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없는 관리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17804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수집한 건은 자동 스킵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항상 새로운 건만 추가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전체 흐름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645920"/>
            <a:ext cx="1828800" cy="182880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자동 수집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수요일 오전 10시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2148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14600" y="1645920"/>
            <a:ext cx="1828800" cy="1828800"/>
          </a:xfrm>
          <a:prstGeom prst="rect">
            <a:avLst/>
          </a:prstGeom>
          <a:solidFill>
            <a:srgbClr val="4A6FA5">
              <a:alpha val="20000"/>
            </a:srgbClr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검토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체크박스 선택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수~목요일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1828800" cy="182880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콘텐츠 생성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금요일 오후 2시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995160" y="1645920"/>
            <a:ext cx="1828800" cy="182880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홈페이지 게시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업로드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자동 수집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수요일 오전 10시 자동 실행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API 호출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특허·실용신안·상표·디자인 4종 자동 검색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대리인 매칭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테헤란 법인명 및 소속 변리사명 필터링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수집 건 자동 스킵, 신규 건만 추출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554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페이지네이션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건 모두 중복 시 다음 페이지 자동 조회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606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587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시트 저장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 데이터를 스프레드시트에 자동 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657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슬랙 알림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"새로운 데이터가 수집되었습니다" 알림 발송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검토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수요일 ~ 목요일 | 품질 관리와 자동화의 균형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시트 체크박스 선택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수집된 데이터 중 업무사례로 활용할 건을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직접 선택합니다.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건이 자동 게시되지 않으며,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원하는 건만 선택하여 AI 콘텐츠를 생성합니다.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슬랙 리마인드 알림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목요일 오전 10시 자동 리마인드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"내일 AI 생성됩니다,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선택하세요!"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잊더라도 시스템이 챙깁니다.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콘텐츠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금요일 오후 2시 자동 실행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건 필터링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10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체크박스 선택 건 중 미발행 건만 추출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IP유형별 맞춤 프롬프트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특허/상표/디자인/실용신안 전문 용어 자동 적용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1693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AI 콘텐츠 생성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1272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관점의 업무사례 블로그 글 자동 작성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7530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시트 저장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7856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생성된 제목·본문을 시트에 저장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23367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슬랙 알림 발송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4439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"AI 콘텐츠 생성이 완료되었습니다" 알림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554480"/>
            <a:ext cx="2926080" cy="2286000"/>
          </a:xfrm>
          <a:prstGeom prst="rect">
            <a:avLst/>
          </a:prstGeom>
          <a:solidFill>
            <a:srgbClr val="E6F3F5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IP유형(특허/상표/디자인/실용신안)에 맞는 전문 용어가 자동 적용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출원인 실명은 자동으로 익명화 처리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마케팅 관점의 설득형 콘텐츠 구조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생성 콘텐츠 구조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[IP유형 등록] 핵심키워드 - 성과 한줄 요약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4864" cy="4572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출원 개요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사건의 핵심 정보 테이블 + 해당 분야의 시장 맥락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54864" cy="4572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의뢰인이 직면한 문제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잠재 고객이 공감할 수 있는 구체적인 어려움 서술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테헤란의 해결 전략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3가지 구체적 전략 — 전략명과 실행 내용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54864" cy="4572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 및 의미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의뢰인에게 제공한 실질적 가치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전문가가 필요한 이유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자연스러운 마케팅 CTA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출원인/고객 실명은 자동 익명화  |  IP유형별 전문 용어 자동 적용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 대상 및 규모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 / 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최대 수집 가능 건수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42976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특허/실용신안 검색 API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1325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20건/주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938528"/>
            <a:ext cx="42976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984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실용신안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특허/실용신안 검색 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1984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20건/주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596896"/>
            <a:ext cx="42976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26426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6426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상표 검색 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0" y="26426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20건/주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255264"/>
            <a:ext cx="42976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300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디자인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33009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디자인 검색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3300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20건/주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해외출원(해외특허/해외상표/해외디자인)은 API 활성화 후 추가 예정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95528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효과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7955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수집 시간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2~3시간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절감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801368"/>
            <a:ext cx="14630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절감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795528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 작성 시간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건당 30분~1시간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건당 1분 + 검토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95% 절감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2441448"/>
            <a:ext cx="14630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95% 절감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926080"/>
            <a:ext cx="7955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주간 발행 가능 건수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1~2건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최대 80건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40배 증가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3081528"/>
            <a:ext cx="14630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40배 증가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566160"/>
            <a:ext cx="795528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누락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 완료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3721608"/>
            <a:ext cx="14630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 완료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4206240"/>
            <a:ext cx="79552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발행 중단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잦음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 완료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4361688"/>
            <a:ext cx="14630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 완료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73152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0"/>
            <a:ext cx="2286000" cy="914400"/>
          </a:xfrm>
          <a:prstGeom prst="rect">
            <a:avLst/>
          </a:prstGeom>
          <a:solidFill>
            <a:srgbClr val="4A6FA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2809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2~3시간의 수동 작업을 완전히 제거하고,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 작성 시간을 95% 절감했으며,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주간 발행 가능 건수를 1~2건에서 최대 80건으로 끌어올려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누락과 콘텐츠 발행 중단을 원천 차단합니다.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0" y="34747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2809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8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기술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n8n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173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워크플로우 자동화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셀프호스팅 파이프라인 운영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128016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4630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5196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Plus API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5196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수집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7490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특허·상표·디자인·실용신안 공고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128016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63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08660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콘텐츠 생성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2.0 Flash Lite 모델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310896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918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417320" y="3520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저장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91440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 데이터 및 콘텐츠 관리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566160" y="310896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29184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519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Slack Webhook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251960" y="3520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알림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37490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수집·리마인드·생성 완료 알림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400800" y="310896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29184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866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086600" y="3520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인프라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58368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n8n 컨테이너 운영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가능성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54864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600200"/>
            <a:ext cx="548640" cy="54864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해외출원 수집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373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해외특허 / 해외상표 / 해외디자인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연동 준비 완료, 활성화 대기 중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280160"/>
            <a:ext cx="54864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5212080" y="1600200"/>
            <a:ext cx="548640" cy="54864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91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카드뉴스 자동 생성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업무사례를 이미지 카드 형태로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변환하여 SNS 게시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29260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926080"/>
            <a:ext cx="54864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Shape 13"/>
          <p:cNvSpPr/>
          <p:nvPr/>
        </p:nvSpPr>
        <p:spPr>
          <a:xfrm>
            <a:off x="1005840" y="3246120"/>
            <a:ext cx="548640" cy="54864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37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다국어 콘텐츠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3736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활용한 영문/중문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업무사례 자동 번역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937760" y="292608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2926080"/>
            <a:ext cx="54864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8"/>
          <p:cNvSpPr/>
          <p:nvPr/>
        </p:nvSpPr>
        <p:spPr>
          <a:xfrm>
            <a:off x="5212080" y="3246120"/>
            <a:ext cx="548640" cy="548640"/>
          </a:xfrm>
          <a:prstGeom prst="ellipse">
            <a:avLst/>
          </a:prstGeom>
          <a:solidFill>
            <a:srgbClr val="E6F3F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337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436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 법인 적용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9436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대리인명만 변경하면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특허법인에도 동일 시스템 적용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743200" cy="91440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114800"/>
            <a:ext cx="2743200" cy="1371600"/>
          </a:xfrm>
          <a:prstGeom prst="rect">
            <a:avLst/>
          </a:prstGeom>
          <a:solidFill>
            <a:srgbClr val="4A6FA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업무사례 자동화 시스템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KIPRIS 데이터 수집부터 AI 콘텐츠 생성까지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매주 자동으로 운영되는 업무사례 파이프라인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CEO staff(전략기획) 정성언 주임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업무사례 자동화 시스템</dc:title>
  <dc:subject>PptxGenJS Presentation</dc:subject>
  <dc:creator>특허법인 테헤란</dc:creator>
  <cp:lastModifiedBy>특허법인 테헤란</cp:lastModifiedBy>
  <cp:revision>1</cp:revision>
  <dcterms:created xsi:type="dcterms:W3CDTF">2026-03-10T14:01:26Z</dcterms:created>
  <dcterms:modified xsi:type="dcterms:W3CDTF">2026-03-10T14:01:26Z</dcterms:modified>
</cp:coreProperties>
</file>